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8cdd09aa2e4132" /><Relationship Type="http://schemas.openxmlformats.org/officeDocument/2006/relationships/extended-properties" Target="/docProps/app.xml" Id="R7b82202afbee41ea" /><Relationship Type="http://schemas.openxmlformats.org/officeDocument/2006/relationships/officeDocument" Target="/ppt/presentation.xml" Id="R62ebb53bb2bd48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8ba0ccac0249cc"/>
  </p:sldMasterIdLst>
  <p:notesMasterIdLst>
    <p:notesMasterId xmlns:r="http://schemas.openxmlformats.org/officeDocument/2006/relationships" r:id="Rf86c0af909d34cf6"/>
  </p:notesMasterIdLst>
  <p:sldIdLst>
    <p:sldId xmlns:r="http://schemas.openxmlformats.org/officeDocument/2006/relationships" id="256" r:id="Reac959d6ad48424b"/>
    <p:sldId xmlns:r="http://schemas.openxmlformats.org/officeDocument/2006/relationships" id="257" r:id="Rf5ec293701374b65"/>
    <p:sldId xmlns:r="http://schemas.openxmlformats.org/officeDocument/2006/relationships" id="258" r:id="R8463277ccf304b8d"/>
    <p:sldId xmlns:r="http://schemas.openxmlformats.org/officeDocument/2006/relationships" id="259" r:id="Rab276ad34a674b48"/>
    <p:sldId xmlns:r="http://schemas.openxmlformats.org/officeDocument/2006/relationships" id="260" r:id="Rffabfe12ca624fda"/>
    <p:sldId xmlns:r="http://schemas.openxmlformats.org/officeDocument/2006/relationships" id="261" r:id="R8247ef98538f4e09"/>
    <p:sldId xmlns:r="http://schemas.openxmlformats.org/officeDocument/2006/relationships" id="262" r:id="R755967adf77b49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f179f731e04541" /><Relationship Type="http://schemas.openxmlformats.org/officeDocument/2006/relationships/slideMaster" Target="/ppt/slideMasters/slideMaster1.xml" Id="R648ba0ccac0249cc" /><Relationship Type="http://schemas.openxmlformats.org/officeDocument/2006/relationships/notesMaster" Target="/ppt/notesMasters/notesMaster1.xml" Id="Rf86c0af909d34cf6" /><Relationship Type="http://schemas.openxmlformats.org/officeDocument/2006/relationships/presProps" Target="/ppt/presProps.xml" Id="Rafb15077d3d24af7" /><Relationship Type="http://schemas.openxmlformats.org/officeDocument/2006/relationships/tableStyles" Target="/ppt/tableStyles.xml" Id="R2676987b789943ad" /><Relationship Type="http://schemas.openxmlformats.org/officeDocument/2006/relationships/slide" Target="/ppt/slides/slide1.xml" Id="Reac959d6ad48424b" /><Relationship Type="http://schemas.openxmlformats.org/officeDocument/2006/relationships/slide" Target="/ppt/slides/slide2.xml" Id="Rf5ec293701374b65" /><Relationship Type="http://schemas.openxmlformats.org/officeDocument/2006/relationships/slide" Target="/ppt/slides/slide3.xml" Id="R8463277ccf304b8d" /><Relationship Type="http://schemas.openxmlformats.org/officeDocument/2006/relationships/slide" Target="/ppt/slides/slide4.xml" Id="Rab276ad34a674b48" /><Relationship Type="http://schemas.openxmlformats.org/officeDocument/2006/relationships/slide" Target="/ppt/slides/slide5.xml" Id="Rffabfe12ca624fda" /><Relationship Type="http://schemas.openxmlformats.org/officeDocument/2006/relationships/slide" Target="/ppt/slides/slide6.xml" Id="R8247ef98538f4e09" /><Relationship Type="http://schemas.openxmlformats.org/officeDocument/2006/relationships/slide" Target="/ppt/slides/slide7.xml" Id="R755967adf77b49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26a74266574b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0b1a083d6341b9" /><Relationship Type="http://schemas.openxmlformats.org/officeDocument/2006/relationships/notesMaster" Target="/ppt/notesMasters/notesMaster1.xml" Id="Rdc691062387f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73c9acda614536" /><Relationship Type="http://schemas.openxmlformats.org/officeDocument/2006/relationships/notesMaster" Target="/ppt/notesMasters/notesMaster1.xml" Id="R9d4cc1f7861b4f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96a7cce3d44b16" /><Relationship Type="http://schemas.openxmlformats.org/officeDocument/2006/relationships/notesMaster" Target="/ppt/notesMasters/notesMaster1.xml" Id="R3c6e1cf4b7174e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5b2321b4ff4a7a" /><Relationship Type="http://schemas.openxmlformats.org/officeDocument/2006/relationships/notesMaster" Target="/ppt/notesMasters/notesMaster1.xml" Id="R6aa39a0c027d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470aed6cab419d" /><Relationship Type="http://schemas.openxmlformats.org/officeDocument/2006/relationships/notesMaster" Target="/ppt/notesMasters/notesMaster1.xml" Id="R64cf57ebbaa245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c5f6a3a3404e4f" /><Relationship Type="http://schemas.openxmlformats.org/officeDocument/2006/relationships/notesMaster" Target="/ppt/notesMasters/notesMaster1.xml" Id="Re913c3d57d3647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10c7379d224ebb" /><Relationship Type="http://schemas.openxmlformats.org/officeDocument/2006/relationships/notesMaster" Target="/ppt/notesMasters/notesMaster1.xml" Id="Ra65c433d6a234f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开场：这是一款把校园网络安全抽象成塔防玩法的 Python 小游戏。</a:t>
            </a:r>
          </a:p>
          <a:p xmlns:a="http://schemas.openxmlformats.org/drawingml/2006/main">
            <a:r>
              <a:t>简要说明项目由个人独立完成。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generated screenshots (local project artifacts)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说明选题依据：玩法易理解，但可容纳足够的 Python 工程化内容。</a:t>
            </a:r>
          </a:p>
          <a:p xmlns:a="http://schemas.openxmlformats.org/drawingml/2006/main">
            <a:r>
              <a:t>指出项目不是单画面演示，而是完整的 8 波游戏闭环。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generated screenshots (local project artifacts)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按照右侧五步说明游戏循环，左侧截图对应部署阶段。</a:t>
            </a:r>
          </a:p>
          <a:p xmlns:a="http://schemas.openxmlformats.org/drawingml/2006/main">
            <a:r>
              <a:t>强调三类节点是速度、范围与控制的取舍。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generated screenshots (local project artifacts)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先介绍上方四个文件的职责，再用下方流程说明每帧如何运行。</a:t>
            </a:r>
          </a:p>
          <a:p xmlns:a="http://schemas.openxmlformats.org/drawingml/2006/main">
            <a:r>
              <a:t>这一页是总体架构与流程图，满足课程要求。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generated screenshots (local project artifacts)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简单讲三个核心判定，不在 PPT 中堆砌大段代码。</a:t>
            </a:r>
          </a:p>
          <a:p xmlns:a="http://schemas.openxmlformats.org/drawingml/2006/main">
            <a:r>
              <a:t>右侧截图展示扫描技能、节点升级和属性面板同时生效。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generated screenshots (local project artifacts)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说明验证结果：8 项测试全部通过，演示视频长度 52 秒。</a:t>
            </a:r>
          </a:p>
          <a:p xmlns:a="http://schemas.openxmlformats.org/drawingml/2006/main">
            <a:r>
              <a:t>环境依赖只有 Pygame 绘制和 ImageIO 视频编码两类。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test output and generated screenshots (local project artifacts)</a:t>
            </a:r>
          </a:p>
          <a:p xmlns:a="http://schemas.openxmlformats.org/drawingml/2006/main">
            <a:r>
              <a:t>- pygame-ce official documentation: https://pyga.me/</a:t>
            </a:r>
          </a:p>
          <a:p xmlns:a="http://schemas.openxmlformats.org/drawingml/2006/main">
            <a:r>
              <a:t>- ImageIO official documentation: https://imageio.readthedocs.io/en/stable/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总结已交付的四类材料，再简要说明后续可扩展方向。</a:t>
            </a:r>
          </a:p>
          <a:p xmlns:a="http://schemas.openxmlformats.org/drawingml/2006/main">
            <a:r>
              <a:t>结束后切换到 52 秒演示视频。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code and generated screenshots (local project artifacts)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3e53576854f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cc507911244eff" /><Relationship Type="http://schemas.openxmlformats.org/officeDocument/2006/relationships/slideLayout" Target="/ppt/slideLayouts/slideLayout1.xml" Id="R3b2996fde0d942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2996fde0d942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fa0b3de894969" /><Relationship Type="http://schemas.openxmlformats.org/officeDocument/2006/relationships/image" Target="/ppt/media/image.png" Id="R33567eb8cb5945cd" /><Relationship Type="http://schemas.openxmlformats.org/officeDocument/2006/relationships/notesSlide" Target="/ppt/notesSlides/notesSlide1.xml" Id="R8f6b37fc56c748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af99e41244918" /><Relationship Type="http://schemas.openxmlformats.org/officeDocument/2006/relationships/notesSlide" Target="/ppt/notesSlides/notesSlide2.xml" Id="R32952bf4e9ef47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b666963174495" /><Relationship Type="http://schemas.openxmlformats.org/officeDocument/2006/relationships/image" Target="/ppt/media/image2.png" Id="R1c9b23eea22647ec" /><Relationship Type="http://schemas.openxmlformats.org/officeDocument/2006/relationships/notesSlide" Target="/ppt/notesSlides/notesSlide3.xml" Id="Re796473bc8e245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9acf5dcb6479f" /><Relationship Type="http://schemas.openxmlformats.org/officeDocument/2006/relationships/notesSlide" Target="/ppt/notesSlides/notesSlide4.xml" Id="Rbdba2308d05b41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18f0201814dbe" /><Relationship Type="http://schemas.openxmlformats.org/officeDocument/2006/relationships/image" Target="/ppt/media/image3.png" Id="R7dd9d4b7fe7b420a" /><Relationship Type="http://schemas.openxmlformats.org/officeDocument/2006/relationships/notesSlide" Target="/ppt/notesSlides/notesSlide5.xml" Id="R043ce38a90c546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c0649014e4648" /><Relationship Type="http://schemas.openxmlformats.org/officeDocument/2006/relationships/image" Target="/ppt/media/image4.png" Id="R6a6bcbdffc334f0b" /><Relationship Type="http://schemas.openxmlformats.org/officeDocument/2006/relationships/image" Target="/ppt/media/image5.png" Id="R4948c1a5f12e406b" /><Relationship Type="http://schemas.openxmlformats.org/officeDocument/2006/relationships/notesSlide" Target="/ppt/notesSlides/notesSlide6.xml" Id="R85623d56f02844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51faa3df74d80" /><Relationship Type="http://schemas.openxmlformats.org/officeDocument/2006/relationships/notesSlide" Target="/ppt/notesSlides/notesSlide7.xml" Id="Rf4d8a990bd9f47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F5E2D-DBFB-40B1-803C-57812E5E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0C7E8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20C7E8"/>
                </a:solidFill>
                <a:latin typeface="Heiti SC"/>
                <a:ea typeface="Heiti SC"/>
                <a:cs typeface="Heiti SC"/>
              </a:rPr>
              <a:t>软件工程基础训练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CCAE3-46B5-413D-96FF-0C3E1FBC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39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校园网络防线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A4F49-80E8-4350-BCDD-9CD07685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A9EFF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A9EFFF"/>
                </a:solidFill>
                <a:latin typeface="Heiti SC"/>
                <a:ea typeface="Heiti SC"/>
                <a:cs typeface="Heiti SC"/>
              </a:rPr>
              <a:t>Campus Cyber 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BAB22-8741-4355-8B63-42F25641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9EAF4"/>
                </a:solidFill>
                <a:latin typeface="Heiti SC"/>
                <a:ea typeface="Heiti SC"/>
                <a:cs typeface="Heiti SC"/>
              </a:defRPr>
            </a:pPr>
            <a:r>
              <a:rPr sz="1575" b="0">
                <a:solidFill>
                  <a:srgbClr val="D9EAF4"/>
                </a:solidFill>
                <a:latin typeface="Heiti SC"/>
                <a:ea typeface="Heiti SC"/>
                <a:cs typeface="Heiti SC"/>
              </a:rPr>
              <a:t>用 Python 实现的校园网络主题塔防小游戏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94ECB-A307-4DDB-BDDF-160254FD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32385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ABC80-31C4-45CF-9D16-03C57F94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FC4D3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AFC4D3"/>
                </a:solidFill>
                <a:latin typeface="Heiti SC"/>
                <a:ea typeface="Heiti SC"/>
                <a:cs typeface="Heiti SC"/>
              </a:rPr>
              <a:t>独立完成：谢宝玛  /  1120233506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3797D-BD22-40C6-A2E0-AE66A5F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20C7E8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20C7E8"/>
                </a:solidFill>
                <a:latin typeface="Heiti SC"/>
                <a:ea typeface="Heiti SC"/>
                <a:cs typeface="Heiti SC"/>
              </a:rPr>
              <a:t>Python · Pygame · Tower Defense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67eb8cb5945cd"/>
          <a:srcRect xmlns:a="http://schemas.openxmlformats.org/drawingml/2006/main" l="18538" t="0" r="185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609600"/>
            <a:ext cx="6286500" cy="5619750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D84B3-60FF-4EBC-AACC-9EA4E7B5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718C9F"/>
                </a:solidFill>
                <a:latin typeface="Heiti SC"/>
                <a:ea typeface="Heiti SC"/>
                <a:cs typeface="Heiti SC"/>
              </a:defRPr>
            </a:pPr>
            <a:r>
              <a:rPr sz="900" b="0">
                <a:solidFill>
                  <a:srgbClr val="718C9F"/>
                </a:solidFill>
                <a:latin typeface="Heiti SC"/>
                <a:ea typeface="Heiti SC"/>
                <a:cs typeface="Heiti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692695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9BC40-1CFB-4FEA-A118-9D8BEB92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CAMPUS CYBER GUARD  /  PYTHON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8C5A9-254D-4B3B-B8BF-C47592A7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29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为什么做这个游戏？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15C94-20EB-49D6-BE6F-F202DD7A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一个能玩、能讲清架构、也能稳定演示的课程项目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F3D00-1F5D-4C53-80EE-C788AD90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1350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主题选择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F1B69-A3EC-417C-B4E1-2C12B583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28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传统塔防规则清晰，便于展示状态、容器、循环与面向对象。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校园网络主题让敌人、塔和技能有统一语义。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E0940-3F15-4D94-9537-703C464D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1350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项目目标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C7FDF-EDA5-4C16-A601-0CAAC6FD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575" b="0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完成从部署、战斗、奖励到升级的完整闭环，并将游戏规则拆分成可维护模块。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ADE2B-E56F-4413-8479-3835BEF8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62150"/>
            <a:ext cx="56959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6A274-D8A1-4760-BCB1-B2442EBD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C7E8"/>
                </a:solidFill>
                <a:latin typeface="Heiti SC"/>
                <a:ea typeface="Heiti SC"/>
                <a:cs typeface="Heiti SC"/>
              </a:defRPr>
            </a:pPr>
            <a:r>
              <a:rPr sz="1200" b="1">
                <a:solidFill>
                  <a:srgbClr val="20C7E8"/>
                </a:solidFill>
                <a:latin typeface="Heiti SC"/>
                <a:ea typeface="Heiti SC"/>
                <a:cs typeface="Heiti SC"/>
              </a:rPr>
              <a:t>项目规模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379EB-351B-4E8D-8D2E-04B06611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20C7E8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20C7E8"/>
                </a:solidFill>
                <a:latin typeface="Heiti SC"/>
                <a:ea typeface="Heiti SC"/>
                <a:cs typeface="Heiti SC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D20F6-0661-4CF3-B1A9-620C598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波完整防御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17635-074D-4B5F-8633-C586DB15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2B544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F2B544"/>
                </a:solidFill>
                <a:latin typeface="Heiti SC"/>
                <a:ea typeface="Heiti SC"/>
                <a:cs typeface="Heiti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E6D87-1F06-477E-A260-DEC76CA5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类防御节点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A58D0-583A-4E9F-B52E-E9BA6C66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4DEB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D84DEB"/>
                </a:solidFill>
                <a:latin typeface="Heiti SC"/>
                <a:ea typeface="Heiti SC"/>
                <a:cs typeface="Heiti SC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67B33-1A6F-4B2B-A207-77F2A06B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909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类入侵敌人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FF39D-0AD8-42A9-BBB3-44B30AFC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D9EAF4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D9EAF4"/>
                </a:solidFill>
                <a:latin typeface="Heiti SC"/>
                <a:ea typeface="Heiti SC"/>
                <a:cs typeface="Heiti SC"/>
              </a:rPr>
              <a:t>场景状态  ·  资源系统  ·  波次系统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D9EAF4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D9EAF4"/>
                </a:solidFill>
                <a:latin typeface="Heiti SC"/>
                <a:ea typeface="Heiti SC"/>
                <a:cs typeface="Heiti SC"/>
              </a:rPr>
              <a:t>目标选择  ·  减速/范围伤害  ·  存档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1BB4E-DEE6-4D0B-AA37-A198B06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900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谢宝玛 · 1120233506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8F737-9C72-4A3B-8F19-707197C7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900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3997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34820-8818-4CE0-8AAD-C3ED84B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CAMPUS CYBER GUARD  /  PYTHON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37B39-A5FC-485F-A6B3-10E8EF0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29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核心玩法：部署—战斗—成长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30814-8385-4A90-94E3-E6DDFC0A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玩家利用有限资源组合不同节点，守住核心服务器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b23eea22647ec"/>
          <a:srcRect xmlns:a="http://schemas.openxmlformats.org/drawingml/2006/main" l="6473" t="0" r="64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66900"/>
            <a:ext cx="61912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09F6D-CC0A-48F5-A46F-B66B5A9E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127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D1A93-5F04-42D5-A70A-B05E394C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选择节点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BA7DB-46E7-4B37-A419-39FD2C2D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扫描 / 防火墙 / 隔离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9D122-1100-4738-BD78-464E2EF9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24100"/>
            <a:ext cx="1905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3EDC8-26A9-4B26-B340-9C3A51C9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127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6CB58-1D41-4F74-A484-113EB67B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合法部署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FF5E0-551B-4A3C-9FE0-5190A090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吸附网格，避开路径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8A8F0-165A-4440-9A07-4C16DD24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24200"/>
            <a:ext cx="1905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6D9DF-1B49-4930-9310-8CFBBA1B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242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127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54E0F-276E-40ED-9E69-4D4BF60C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05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启动波次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95677-62C6-487F-8430-31D46A45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敌人按队列进入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59804-4769-44A8-BD47-5DACC00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924300"/>
            <a:ext cx="1905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C6740-6A3E-4D6F-A592-2A00A01F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243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127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95C02-7518-402E-85FE-27FC42CA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05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结算成长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638F3-2288-4EE6-9A2F-25F81F66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击杀奖励、升级与出售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A420A-DA83-4B0D-9152-A813AD49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24400"/>
            <a:ext cx="1905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439AF-0EAD-4788-9B4D-E798D282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244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D84DEB"/>
                </a:solidFill>
                <a:latin typeface="Heiti SC"/>
                <a:ea typeface="Heiti SC"/>
                <a:cs typeface="Heiti SC"/>
              </a:defRPr>
            </a:pPr>
            <a:r>
              <a:rPr sz="1275" b="1">
                <a:solidFill>
                  <a:srgbClr val="D84DEB"/>
                </a:solidFill>
                <a:latin typeface="Heiti SC"/>
                <a:ea typeface="Heiti SC"/>
                <a:cs typeface="Heiti S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0E80E-EDFC-43B7-AF74-68E3C529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05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应急扫描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060538-0048-47E6-A8C3-5F6E9EC4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能量满后全图打击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B8E26-6AFE-4922-ADF0-99F6B7CE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900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谢宝玛 · 1120233506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61048E-2550-4DA8-9476-C12FF156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900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02739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A9E1AE-FF2C-4712-AA0E-13888618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CAMPUS CYBER GUARD  /  PYTHON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A3149-14FF-4BCC-B86B-BE7F9CAA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29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程序架构：数据、实体、界面与规则分层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3A174-7D69-49D7-9E7C-00D4C5A4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主循环只负责调度，各模块保持单一职责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7EDF6-DD9C-45C1-9837-66560906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193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0E8AB-AD63-4DD6-9352-9B7C480A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6200" cy="1390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97136-CF69-4CDA-8356-5CF9E20C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112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config.py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57F00-6AE9-41D6-86A7-3F004C6E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配置层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CA882-495D-4B0B-88D8-FB39F35C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尺寸、数值、路径、波次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2F95F-99DB-4CBC-AF0E-9496A6B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24193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95F88-5F60-4546-A157-62762BFD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76200" cy="1390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E3021-F471-4F6F-9B7F-7C5E6CDD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8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0C7E8"/>
                </a:solidFill>
                <a:latin typeface="Heiti SC"/>
                <a:ea typeface="Heiti SC"/>
                <a:cs typeface="Heiti SC"/>
              </a:defRPr>
            </a:pPr>
            <a:r>
              <a:rPr sz="1125" b="1">
                <a:solidFill>
                  <a:srgbClr val="20C7E8"/>
                </a:solidFill>
                <a:latin typeface="Heiti SC"/>
                <a:ea typeface="Heiti SC"/>
                <a:cs typeface="Heiti SC"/>
              </a:rPr>
              <a:t>entities.py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05C76-8212-430F-A493-92196C78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实体层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A258C-A4E6-4D89-9A4E-B0303D8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813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Enemy / Tower / Projectile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02F57-9B89-4265-9ADC-C06394F1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24193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BA63B-2F9B-4B22-89E9-F83BF4F6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76200" cy="1390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84D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60510-0127-4E82-BFE2-A06F1307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38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84DEB"/>
                </a:solidFill>
                <a:latin typeface="Heiti SC"/>
                <a:ea typeface="Heiti SC"/>
                <a:cs typeface="Heiti SC"/>
              </a:defRPr>
            </a:pPr>
            <a:r>
              <a:rPr sz="1125" b="1">
                <a:solidFill>
                  <a:srgbClr val="D84DEB"/>
                </a:solidFill>
                <a:latin typeface="Heiti SC"/>
                <a:ea typeface="Heiti SC"/>
                <a:cs typeface="Heiti SC"/>
              </a:rPr>
              <a:t>game.py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6DC0A-FB39-4893-9FDD-F22E05D0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控制层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40881-6334-49BF-842F-A3489B5D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状态机、规则、存档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4DAEB-CF28-4213-9E71-6E2204F9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4193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2F1C4-2D65-44CA-8912-217937D7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76200" cy="1390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B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2BD1C-5A7A-4C24-B77C-C8BDCEFF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38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2B544"/>
                </a:solidFill>
                <a:latin typeface="Heiti SC"/>
                <a:ea typeface="Heiti SC"/>
                <a:cs typeface="Heiti SC"/>
              </a:defRPr>
            </a:pPr>
            <a:r>
              <a:rPr sz="1125" b="1">
                <a:solidFill>
                  <a:srgbClr val="F2B544"/>
                </a:solidFill>
                <a:latin typeface="Heiti SC"/>
                <a:ea typeface="Heiti SC"/>
                <a:cs typeface="Heiti SC"/>
              </a:rPr>
              <a:t>ui.py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D74AE-0ABE-4A60-8B9D-D523B136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界面层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F994A-C195-4CA1-A51F-0BA534C7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050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按钮、面板、文字工具</a:t>
            </a:r>
          </a:p>
        </p:txBody>
      </p:sp>
      <p:cxnSp>
        <p:nvCxnSpPr>
          <p:cNvPr id="66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05150" y="2905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CB5C6"/>
            </a:solidFill>
            <a:prstDash val="solid"/>
            <a:headEnd type="arrow" w="sm" len="sm"/>
          </a:ln>
        </p:spPr>
      </p:cxnSp>
      <p:cxnSp>
        <p:nvCxnSpPr>
          <p:cNvPr id="67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86450" y="2905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CB5C6"/>
            </a:solidFill>
            <a:prstDash val="solid"/>
            <a:headEnd type="arrow" w="sm" len="sm"/>
          </a:ln>
        </p:spPr>
      </p:cxnSp>
      <p:cxnSp>
        <p:nvCxnSpPr>
          <p:cNvPr id="68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667750" y="2905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CB5C6"/>
            </a:solidFill>
            <a:prstDash val="solid"/>
            <a:head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56B7D-D93F-46FD-A6B1-BB617601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127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每帧主循环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82989-FFBD-41DD-A1B5-836E9F1A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1657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DC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70C38C-A98D-4C2B-986A-921DF1B8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27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处理输入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0EAC3C-0DE7-4273-8288-2BB92582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657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DC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1795A3-51A3-4E6E-B961-859414DB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27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更新状态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8CB0FB-543E-4219-A4AA-54F49A1B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1657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DC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B9F22-A6F5-4F9F-BBBA-8729E645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767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27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绘制界面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6AEBF-1D37-4EFB-B345-5583C7FD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657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DC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714BD8-4665-4408-9514-6BBC65F5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27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判定结束</a:t>
            </a:r>
          </a:p>
        </p:txBody>
      </p:sp>
      <p:cxnSp>
        <p:nvCxnSpPr>
          <p:cNvPr id="78" name="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229100" y="44005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FF"/>
            </a:solidFill>
            <a:prstDash val="solid"/>
            <a:tailEnd type="arrow" w="sm" len="sm"/>
          </a:ln>
        </p:spPr>
      </p:cxnSp>
      <p:cxnSp>
        <p:nvCxnSpPr>
          <p:cNvPr id="79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324600" y="44005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FF"/>
            </a:solidFill>
            <a:prstDash val="soli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420100" y="44005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FF"/>
            </a:solidFill>
            <a:prstDash val="solid"/>
            <a:tailEnd type="arrow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7F26CC-898E-4949-923E-57582799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AD82D3-B892-4766-B6EC-641CC9E9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好处：调整数值不需要修改主循环；测试可直接针对实体与规则。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B421F0-37E3-41B8-8B4D-7798CB61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900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谢宝玛 · 1120233506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CE5C29-6736-4D47-9662-F61687F1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900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8748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443ED-0753-48B4-A084-4AAB18AC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CAMPUS CYBER GUARD  /  PYTHON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61C55-7622-49E8-A445-DC1E573C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29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三个值得讲的实现点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E62AA-B187-4DA7-B75A-1FE48D87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用小型算法和状态约束，让玩法稳定又有反馈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56D79-DD22-45A2-A963-A3FD162B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1350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EF5AA-0AB8-41CB-97D8-01E96DD9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19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分段路径移动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A9589-4064-4689-A6F3-FF402826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敌人按拐点逐段前进，使用 dt 保证帧率变化时速度稳定。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C0E2F-A085-4BE6-9F6D-66344996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81350"/>
            <a:ext cx="447675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63ED1-CE62-4D32-97DB-C8AAF52B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C7E8"/>
                </a:solidFill>
                <a:latin typeface="Heiti SC"/>
                <a:ea typeface="Heiti SC"/>
                <a:cs typeface="Heiti SC"/>
              </a:defRPr>
            </a:pPr>
            <a:r>
              <a:rPr sz="1350" b="1">
                <a:solidFill>
                  <a:srgbClr val="20C7E8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D7D1B-E883-4321-839B-BC3B1B4A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威胁优先索敌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57E06-10E9-4C69-874F-39836F8D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先筛选范围内目标，再攻击 progress 最大、最接近核心的敌人。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ACA5C-AC65-4C69-B805-29744188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447675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523C3-05DB-4537-84B3-FB5576BF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84DEB"/>
                </a:solidFill>
                <a:latin typeface="Heiti SC"/>
                <a:ea typeface="Heiti SC"/>
                <a:cs typeface="Heiti SC"/>
              </a:defRPr>
            </a:pPr>
            <a:r>
              <a:rPr sz="1350" b="1">
                <a:solidFill>
                  <a:srgbClr val="D84DEB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66433-1A5B-4726-AAA2-123D3EE2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建造合法性判定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236FA-3B0F-40F0-B7E0-2AE76F88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625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位置吸附 48 px 网格，同时检查边界、节点间距与路径距离。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9d4b7fe7b420a"/>
          <a:srcRect xmlns:a="http://schemas.openxmlformats.org/drawingml/2006/main" l="8339" t="0" r="83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924050"/>
            <a:ext cx="5276850" cy="3562350"/>
          </a:xfrm>
          <a:prstGeom xmlns:a="http://schemas.openxmlformats.org/drawingml/2006/main" prst="roundRect">
            <a:avLst>
              <a:gd name="adj" fmla="val 427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8DBA6-B3B2-483C-ACF6-BC3C1658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19700"/>
            <a:ext cx="4362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93D403-61A8-45D1-936A-9EA1D8D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102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资源、能量、冷却、奖励和组合数共同构成了有取舍的战斗状态。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936A1-B66A-4DF8-834D-9E1C6F2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900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谢宝玛 · 1120233506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9C2B0-802C-40E0-8885-06E532E8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900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2780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716C8-E539-4004-B08F-2AB15416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CAMPUS CYBER GUARD  /  PYTHON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F6243-A3AE-4428-BA29-AD1BA948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2925" b="1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运行结果与交付验证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8BBA7-E278-40C1-8118-3D6F177E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游戏可在 macOS 一键启动，演示与逻辑都可重复验证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bcbdffc334f0b"/>
          <a:srcRect xmlns:a="http://schemas.openxmlformats.org/drawingml/2006/main" l="41" t="0" r="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85950"/>
            <a:ext cx="5143500" cy="28956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8c1a5f12e406b"/>
          <a:srcRect xmlns:a="http://schemas.openxmlformats.org/drawingml/2006/main" l="41" t="0" r="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885950"/>
            <a:ext cx="5143500" cy="28956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E6319-76B1-41D8-A0EF-469158F1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20B486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20B486"/>
                </a:solidFill>
                <a:latin typeface="Heiti SC"/>
                <a:ea typeface="Heiti SC"/>
                <a:cs typeface="Heiti SC"/>
              </a:rPr>
              <a:t>8 /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E9C39-806A-4035-AD46-35B62277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自动化逻辑测试通过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14F6B-B234-4D82-8605-0C5C5113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006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52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753A7-ABA9-46B1-9DC7-6E255007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3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1280×720 演示视频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3037D-81A9-47A2-AAC9-8BFB03E6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4DEB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D84DEB"/>
                </a:solidFill>
                <a:latin typeface="Heiti SC"/>
                <a:ea typeface="Heiti SC"/>
                <a:cs typeface="Heiti SC"/>
              </a:rPr>
              <a:t>1500+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6F594-D7CB-49D1-954E-0B174DD6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Python 源码行数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C8D4D-1C75-4A4D-80E2-3ABBFA18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125" b="0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pygame-ce 2.5.6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  <a:defRPr sz="1125" b="0">
                <a:solidFill>
                  <a:srgbClr val="0A2540"/>
                </a:solidFill>
                <a:latin typeface="Heiti SC"/>
                <a:ea typeface="Heiti SC"/>
                <a:cs typeface="Heiti SC"/>
              </a:defRPr>
            </a:pPr>
            <a:r>
              <a:rPr sz="1125" b="0">
                <a:solidFill>
                  <a:srgbClr val="0A2540"/>
                </a:solidFill>
                <a:latin typeface="Heiti SC"/>
                <a:ea typeface="Heiti SC"/>
                <a:cs typeface="Heiti SC"/>
              </a:rPr>
              <a:t>imageio 2.37.2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925F2-6E86-4999-9B54-FFE04435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9817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900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pyga.me  ·  imageio.readthedocs.io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2A600-DE5B-41F2-84F6-D507354A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E6F80"/>
                </a:solidFill>
                <a:latin typeface="Heiti SC"/>
                <a:ea typeface="Heiti SC"/>
                <a:cs typeface="Heiti SC"/>
              </a:defRPr>
            </a:pPr>
            <a:r>
              <a:rPr sz="900" b="0">
                <a:solidFill>
                  <a:srgbClr val="5E6F80"/>
                </a:solidFill>
                <a:latin typeface="Heiti SC"/>
                <a:ea typeface="Heiti SC"/>
                <a:cs typeface="Heiti SC"/>
              </a:rPr>
              <a:t>谢宝玛 · 1120233506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9707F-03FC-46D6-A186-C6834720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677FF"/>
                </a:solidFill>
                <a:latin typeface="Heiti SC"/>
                <a:ea typeface="Heiti SC"/>
                <a:cs typeface="Heiti SC"/>
              </a:defRPr>
            </a:pPr>
            <a:r>
              <a:rPr sz="900" b="1">
                <a:solidFill>
                  <a:srgbClr val="1677FF"/>
                </a:solidFill>
                <a:latin typeface="Heiti SC"/>
                <a:ea typeface="Heiti SC"/>
                <a:cs typeface="Heiti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5198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FFCAC-08DE-407D-9CA5-0DF14A72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0C7E8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20C7E8"/>
                </a:solidFill>
                <a:latin typeface="Heiti SC"/>
                <a:ea typeface="Heiti SC"/>
                <a:cs typeface="Heiti SC"/>
              </a:rPr>
              <a:t>项目总结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94C61-7059-4B12-A84C-A9DBFC1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28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33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守住 8 波防御，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33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也完成一套可复现交付。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5325E-3415-4475-A9FC-1522342D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D9EAF4"/>
                </a:solidFill>
                <a:latin typeface="Heiti SC"/>
                <a:ea typeface="Heiti SC"/>
                <a:cs typeface="Heiti SC"/>
              </a:defRPr>
            </a:pPr>
            <a:r>
              <a:rPr sz="1575" b="0">
                <a:solidFill>
                  <a:srgbClr val="D9EAF4"/>
                </a:solidFill>
                <a:latin typeface="Heiti SC"/>
                <a:ea typeface="Heiti SC"/>
                <a:cs typeface="Heiti SC"/>
              </a:rPr>
              <a:t>独立完成需求分析、架构、编码、测试、视频与文档。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39FDA-4CD9-4988-B6EB-87371A15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952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B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2AB9A-BAA1-4F08-A3E8-6FA32A58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B486"/>
                </a:solidFill>
                <a:latin typeface="Heiti SC"/>
                <a:ea typeface="Heiti SC"/>
                <a:cs typeface="Heiti SC"/>
              </a:defRPr>
            </a:pPr>
            <a:r>
              <a:rPr sz="1200" b="1">
                <a:solidFill>
                  <a:srgbClr val="20B486"/>
                </a:solidFill>
                <a:latin typeface="Heiti SC"/>
                <a:ea typeface="Heiti SC"/>
                <a:cs typeface="Heiti SC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04D0C-8FDD-4D30-AFF7-7028C24F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源代码 / 演示视频 / PPT / 项目文档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8AA4D-02AC-42FC-B189-822420EC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952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B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D9A46-D91A-4794-9DED-60B81EBE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2B544"/>
                </a:solidFill>
                <a:latin typeface="Heiti SC"/>
                <a:ea typeface="Heiti SC"/>
                <a:cs typeface="Heiti SC"/>
              </a:defRPr>
            </a:pPr>
            <a:r>
              <a:rPr sz="1200" b="1">
                <a:solidFill>
                  <a:srgbClr val="F2B544"/>
                </a:solidFill>
                <a:latin typeface="Heiti SC"/>
                <a:ea typeface="Heiti SC"/>
                <a:cs typeface="Heiti SC"/>
              </a:rPr>
              <a:t>可扩展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596E7-6EA5-4CA6-A685-9AF08B1B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959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JSON 地图、可关闭音效、地图编辑器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E9D8A-A188-4D06-82FA-393D2694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2686050" cy="268605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0C263A"/>
          </a:solidFill>
          <a:ln xmlns:a="http://schemas.openxmlformats.org/drawingml/2006/main" w="9525">
            <a:solidFill>
              <a:srgbClr val="1C4A6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972CC-6031-4F94-8ED9-0BAC2A15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400" b="1">
                <a:solidFill>
                  <a:srgbClr val="20C7E8"/>
                </a:solidFill>
                <a:latin typeface="Heiti SC"/>
                <a:ea typeface="Heiti SC"/>
                <a:cs typeface="Heiti SC"/>
              </a:defRPr>
            </a:pPr>
            <a:r>
              <a:rPr sz="5400" b="1">
                <a:solidFill>
                  <a:srgbClr val="20C7E8"/>
                </a:solidFill>
                <a:latin typeface="Heiti SC"/>
                <a:ea typeface="Heiti SC"/>
                <a:cs typeface="Heiti SC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6638E-6B5E-4828-A4BF-DE2F2D4E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9EFFF"/>
                </a:solidFill>
                <a:latin typeface="Heiti SC"/>
                <a:ea typeface="Heiti SC"/>
                <a:cs typeface="Heiti SC"/>
              </a:defRPr>
            </a:pPr>
            <a:r>
              <a:rPr sz="1125" b="1">
                <a:solidFill>
                  <a:srgbClr val="A9EFFF"/>
                </a:solidFill>
                <a:latin typeface="Heiti SC"/>
                <a:ea typeface="Heiti SC"/>
                <a:cs typeface="Heiti SC"/>
              </a:rPr>
              <a:t>WAVES CLEARED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2795C-54E1-433F-B573-C2C8C71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谢谢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92856-2DC6-4161-AA87-3000ED6E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AFC4D3"/>
                </a:solidFill>
                <a:latin typeface="Heiti SC"/>
                <a:ea typeface="Heiti SC"/>
                <a:cs typeface="Heiti SC"/>
              </a:defRPr>
            </a:pPr>
            <a:r>
              <a:rPr sz="900" b="0">
                <a:solidFill>
                  <a:srgbClr val="AFC4D3"/>
                </a:solidFill>
                <a:latin typeface="Heiti SC"/>
                <a:ea typeface="Heiti SC"/>
                <a:cs typeface="Heiti SC"/>
              </a:rPr>
              <a:t>谢宝玛 · 1120233506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A4DD8-C856-4ED0-8E14-E14DD6DE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20C7E8"/>
                </a:solidFill>
                <a:latin typeface="Heiti SC"/>
                <a:ea typeface="Heiti SC"/>
                <a:cs typeface="Heiti SC"/>
              </a:defRPr>
            </a:pPr>
            <a:r>
              <a:rPr sz="900" b="1">
                <a:solidFill>
                  <a:srgbClr val="20C7E8"/>
                </a:solidFill>
                <a:latin typeface="Heiti SC"/>
                <a:ea typeface="Heiti SC"/>
                <a:cs typeface="Heiti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5435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2026-09-03T09:59:18.9690000Z</dcterms:created>
  <dcterms:modified xsi:type="dcterms:W3CDTF">2026-09-03T09:59:18.9690000Z</dcterms:modified>
</coreProperties>
</file>